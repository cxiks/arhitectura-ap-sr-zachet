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73" y="498764"/>
            <a:ext cx="5636029" cy="56360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65818" y="1034935"/>
            <a:ext cx="4821382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Титульный лист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7065818" y="2115589"/>
            <a:ext cx="4821382" cy="31754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В этой презентации мы рассмотрим основные аспекты оптимизации производительности компьютера, включая четыре ключевых столпа, которые влияют на неё, а также симптомы проблем. Обсудим инструменты для диагностики системы, управление питанием и оптимизацию работы процессора, а также важные аспекты обслуживания накопителей и борьбы с визуальными эффектами и службами-паразитами. Кроме того, мы затронем скрытые угрозы и специализированное программное обеспечение для продвинутых пользователей.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065818" y="5291051"/>
            <a:ext cx="4821382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5245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218" y="1080655"/>
            <a:ext cx="3308465" cy="33084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-45720"/>
            <a:ext cx="6650182" cy="9809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Четыре столпа производительности и симптомы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935182"/>
            <a:ext cx="3574473" cy="21779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Эффективное использование ресурсов ПК базируется на четырёх столпах: оптимизация аппаратного обеспечения, рациональное распределение нагрузки между компонентами, грамотное управление оперативной памятью и оптимизация работы с файлами.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562109" y="868680"/>
            <a:ext cx="3574473" cy="21779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Симптомы низкой производительности могут включать замедление работы системы, частые зависания программ, долгий отклик интерфейса и перегрев компонентов, что указывает на необходимость принятия мер по улучшению производительности.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4609407"/>
            <a:ext cx="10806545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Регулярный мониторинг системных ресурсов и своевременное устранение возникающих проблем способствуют стабильной и быстрой работе компьютера.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5606935"/>
            <a:ext cx="6650182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9" name="Изображение 8"/>
          <p:cNvPicPr/>
          <p:nvPr/>
        </p:nvPicPr>
        <p:blipFill>
          <a:blip r:embed="rId3"/>
          <a:stretch>
            <a:fillRect/>
          </a:stretch>
        </p:blipFill>
        <p:spPr>
          <a:xfrm>
            <a:off x="4551045" y="1080770"/>
            <a:ext cx="3379470" cy="3311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536171"/>
            <a:ext cx="9975273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Инструменты диагностики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866207"/>
            <a:ext cx="9975273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Инструменты диагностики позволяют оценить текущее состояние аппаратных и программных компонентов компьютера, выявить проблемы с производительностью и оптимизировать использование ресурсов. К ним относятся специализированные программы для мониторинга температуры, нагрузки на процессор и оперативную память, а также для выявления ошибок и сбоев в работе системы.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046615"/>
            <a:ext cx="9975273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Использование этих инструментов помогает предотвратить возможные неполадки и повысить эффективность работы ПК.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186430" y="868680"/>
            <a:ext cx="5819140" cy="5816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Автозагрузка и фоновая активность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3186661" y="1866207"/>
            <a:ext cx="5818909" cy="14297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Автозагрузка при включении компьютера запускает множество программ, которые могут замедлять систему и занимать оперативную память. Фоновая активность приложений в режиме ожидания также негативно влияет на производительность.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186661" y="3528753"/>
            <a:ext cx="5818909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Регулярная проверка и отключение ненужных программ в автозагрузке помогут оптимизировать использование ресурсов ПК и ускорить его работу.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5606935"/>
            <a:ext cx="5818909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536171"/>
            <a:ext cx="9975273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Управление питанием и парковка ядер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866207"/>
            <a:ext cx="9975273" cy="14297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Управление питанием позволяет оптимизировать энергопотребление компонентов ПК в зависимости от текущих задач, что способствует снижению общего энергопотребления и увеличению времени автономной работы ноутбука. Парковка ядер процессора обеспечивает эффективное распределение нагрузки между активными ядрами, позволяя снизить тепловыделение и энергопотребление при низкой загрузке системы, что также способствует экономии ресурсов и увеличению срока службы компонентов.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95996"/>
            <a:ext cx="9975273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Эти технологии помогают обеспечить баланс между производительностью и энергоэффективностью, оптимизируя использование ресурсов ПК.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868680"/>
            <a:ext cx="5818909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Файл подкачки (pagefile.sys)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1866207"/>
            <a:ext cx="5818909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Файл подкачки (pagefile.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2697480"/>
            <a:ext cx="5818909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sys) — это специальный системный файл, который используется для временного хранения данных, не помещающихся в оперативной памяти компьютера.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628505"/>
            <a:ext cx="5818909" cy="16791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При нехватке оперативной памяти система перемещает часть данных из ОЗУ в файл подкачки, что позволяет продолжить работу без сбоев. Однако использование файла подкачки может снизить производительность системы, поэтому важно оптимизировать его размер и расположение для достижения баланса между стабильностью и скоростью работы компьютера.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5606935"/>
            <a:ext cx="5818909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9" name="Изображение 8"/>
          <p:cNvPicPr/>
          <p:nvPr/>
        </p:nvPicPr>
        <p:blipFill>
          <a:blip r:embed="rId2"/>
          <a:stretch>
            <a:fillRect/>
          </a:stretch>
        </p:blipFill>
        <p:spPr>
          <a:xfrm>
            <a:off x="8582660" y="437515"/>
            <a:ext cx="3308350" cy="3113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536171"/>
            <a:ext cx="9975273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Обслуживание накопителей (HDD vs SSD)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866207"/>
            <a:ext cx="9975273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Обслуживание жёстких дисков (HDD) требует регулярной проверки состояния и очистки от пыли, а также замены изношенных компонентов, в то время как твердотельные накопители (SSD) более надёжны и не нуждаются в механической чистке, однако требуют обновления прошивки для поддержания оптимальной производительности.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046615"/>
            <a:ext cx="9975273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Оба типа накопителей имеют свои особенности обслуживания, которые необходимо учитывать при оптимизации использования ресурсов ПК. Регулярное техническое обслуживание накопителей способствует увеличению срока их службы и повышению общей эффективности работы компьютера.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868680"/>
            <a:ext cx="5818909" cy="9809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Визуальные эффекты и службы-паразиты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1866207"/>
            <a:ext cx="5818909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Визуальные эффекты, такие как анимация и сложные графические интерфейсы, могут значительно нагружать центральный процессор и оперативную память, отвлекая ресурсы от выполнения основных задач.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3528753"/>
            <a:ext cx="5818909" cy="16791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Службы-паразиты, работающие в фоновом режиме, часто потребляют системные ресурсы без видимой пользы, снижая общую производительность компьютера. Для оптимизации использования ресурсов ПК важно регулярно анализировать и отключать ненужные визуальные эффекты и службы, чтобы повысить эффективность работы системы.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5606935"/>
            <a:ext cx="5818909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8" name="Изображение 7"/>
          <p:cNvPicPr/>
          <p:nvPr/>
        </p:nvPicPr>
        <p:blipFill>
          <a:blip r:embed="rId2"/>
          <a:stretch>
            <a:fillRect/>
          </a:stretch>
        </p:blipFill>
        <p:spPr>
          <a:xfrm>
            <a:off x="6995160" y="1612265"/>
            <a:ext cx="5006340" cy="3595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619298"/>
            <a:ext cx="9975273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Скрытые угрозы и софт для профи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1866207"/>
            <a:ext cx="3325091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Многие программы в фоновом режиме потребляют ресурсы системы, снижая производительность ПК.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1866207"/>
            <a:ext cx="3325091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Для выявления таких процессов и управления ими используются специализированные утилиты.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1866207"/>
            <a:ext cx="3325091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Они помогают оптимизировать нагрузку на процессор и оперативную память, обеспечивая стабильную работу компьютера.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868680"/>
            <a:ext cx="5818909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Заключение и чек-лист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1866207"/>
            <a:ext cx="5818909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В ходе презентации мы рассмотрели основные методы оптимизации использования ресурсов ПК, которые помогут повысить производительность и продлить срок службы оборудования.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3046615"/>
            <a:ext cx="5818909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Для успешной реализации предложенных решений рекомендуется использовать чек-лист с ключевыми шагами и параметрами настройки.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977640"/>
            <a:ext cx="5818909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Чек-лист станет вашим надёжным помощником в оптимизации работы компьютера и улучшении пользовательского опыта.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1866207"/>
            <a:ext cx="9975273" cy="7813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113116"/>
            <a:ext cx="9975273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основные аспекты оптимизации производительности компьютера, включая инструменты диагностики, управление питанием и обслуживание накопителей. Мы также обсудили скрытые угрозы и поделились чек-листом для улучшения работы системы.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5400</Words>
  <Application>WPS Presentation</Application>
  <PresentationFormat>On-screen Show (16:9)</PresentationFormat>
  <Paragraphs>70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111</cp:lastModifiedBy>
  <cp:revision>2</cp:revision>
  <dcterms:created xsi:type="dcterms:W3CDTF">2026-04-29T21:19:00Z</dcterms:created>
  <dcterms:modified xsi:type="dcterms:W3CDTF">2026-04-29T21:25:34Z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46F1D45BF07E423B95A66D03A9DDE253_12</vt:lpwstr>
  </property>
  <property fmtid="{D5CDD505-2E9C-101B-9397-08002B2CF9AE}" pid="3" name="KSOProductBuildVer">
    <vt:lpwstr>1049-12.2.0.23196</vt:lpwstr>
  </property>
</Properties>
</file>